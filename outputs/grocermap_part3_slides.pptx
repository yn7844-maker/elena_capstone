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b37ab2f14b4dbf" /><Relationship Type="http://schemas.openxmlformats.org/officeDocument/2006/relationships/extended-properties" Target="/docProps/app.xml" Id="Rfa8b3daf06ca4312" /><Relationship Type="http://schemas.openxmlformats.org/officeDocument/2006/relationships/officeDocument" Target="/ppt/presentation.xml" Id="R2714f19fe3d3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af4821b294881"/>
  </p:sldMasterIdLst>
  <p:notesMasterIdLst>
    <p:notesMasterId xmlns:r="http://schemas.openxmlformats.org/officeDocument/2006/relationships" r:id="R658d1cc562f94534"/>
  </p:notesMasterIdLst>
  <p:sldIdLst>
    <p:sldId xmlns:r="http://schemas.openxmlformats.org/officeDocument/2006/relationships" id="256" r:id="Rbc1cb6f0a8f043e4"/>
    <p:sldId xmlns:r="http://schemas.openxmlformats.org/officeDocument/2006/relationships" id="257" r:id="R82bf2b22c886458f"/>
    <p:sldId xmlns:r="http://schemas.openxmlformats.org/officeDocument/2006/relationships" id="258" r:id="Rb790403084194ad2"/>
    <p:sldId xmlns:r="http://schemas.openxmlformats.org/officeDocument/2006/relationships" id="259" r:id="R6d22ba405c1840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d2aabb457488d" /><Relationship Type="http://schemas.openxmlformats.org/officeDocument/2006/relationships/slideMaster" Target="/ppt/slideMasters/slideMaster1.xml" Id="R8caaf4821b294881" /><Relationship Type="http://schemas.openxmlformats.org/officeDocument/2006/relationships/notesMaster" Target="/ppt/notesMasters/notesMaster1.xml" Id="R658d1cc562f94534" /><Relationship Type="http://schemas.openxmlformats.org/officeDocument/2006/relationships/presProps" Target="/ppt/presProps.xml" Id="Rd19a095a46d14990" /><Relationship Type="http://schemas.openxmlformats.org/officeDocument/2006/relationships/tableStyles" Target="/ppt/tableStyles.xml" Id="Re7b7698699134244" /><Relationship Type="http://schemas.openxmlformats.org/officeDocument/2006/relationships/slide" Target="/ppt/slides/slide1.xml" Id="Rbc1cb6f0a8f043e4" /><Relationship Type="http://schemas.openxmlformats.org/officeDocument/2006/relationships/slide" Target="/ppt/slides/slide2.xml" Id="R82bf2b22c886458f" /><Relationship Type="http://schemas.openxmlformats.org/officeDocument/2006/relationships/slide" Target="/ppt/slides/slide3.xml" Id="Rb790403084194ad2" /><Relationship Type="http://schemas.openxmlformats.org/officeDocument/2006/relationships/slide" Target="/ppt/slides/slide4.xml" Id="R6d22ba405c1840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cc881f975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2f829f6784157" /><Relationship Type="http://schemas.openxmlformats.org/officeDocument/2006/relationships/notesMaster" Target="/ppt/notesMasters/notesMaster1.xml" Id="Rd409b1799ba94f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f05e1c73214501" /><Relationship Type="http://schemas.openxmlformats.org/officeDocument/2006/relationships/notesMaster" Target="/ppt/notesMasters/notesMaster1.xml" Id="R1cd8c2a83dff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0157a36ab741cf" /><Relationship Type="http://schemas.openxmlformats.org/officeDocument/2006/relationships/notesMaster" Target="/ppt/notesMasters/notesMaster1.xml" Id="R232085512c39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6e5e90a592424d" /><Relationship Type="http://schemas.openxmlformats.org/officeDocument/2006/relationships/notesMaster" Target="/ppt/notesMasters/notesMaster1.xml" Id="Re0a39f86be8042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da15a274b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b33be92e6844a8" /><Relationship Type="http://schemas.openxmlformats.org/officeDocument/2006/relationships/slideLayout" Target="/ppt/slideLayouts/slideLayout1.xml" Id="Re3766b4c33ed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66b4c33ed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85c2a3b674f24" /><Relationship Type="http://schemas.openxmlformats.org/officeDocument/2006/relationships/notesSlide" Target="/ppt/notesSlides/notesSlide1.xml" Id="R09e95993155b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a76dfedfb47a1" /><Relationship Type="http://schemas.openxmlformats.org/officeDocument/2006/relationships/notesSlide" Target="/ppt/notesSlides/notesSlide2.xml" Id="R06afdde186814f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2fd88638c49ef" /><Relationship Type="http://schemas.openxmlformats.org/officeDocument/2006/relationships/notesSlide" Target="/ppt/notesSlides/notesSlide3.xml" Id="R95301f42e02f4b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e8f972fbf4d5e" /><Relationship Type="http://schemas.openxmlformats.org/officeDocument/2006/relationships/notesSlide" Target="/ppt/notesSlides/notesSlide4.xml" Id="Re1150f593b50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E8551-2FA9-4514-B70C-54B18B71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PART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B1C04-AFFF-499D-BECF-DE2B01B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00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서비스를 실제로 구현하고 검증하는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85096-4D7B-4BCC-9E30-A23EFA01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44444"/>
                </a:solidFill>
              </a:defRPr>
            </a:pPr>
            <a:r>
              <a:rPr sz="1800">
                <a:solidFill>
                  <a:srgbClr val="444444"/>
                </a:solidFill>
              </a:rPr>
              <a:t>8. 핵심 기능  9. 데이터 확보 전략  10.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D7587-4AE3-4950-A8CE-E4296E7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0668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A4729-3793-4ED4-8D64-326802B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591C6-2F4D-4A72-A0BF-49494982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이번 파트의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D6A89-C63F-4D87-BE54-40E980F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이 서비스는 실제로 무엇을 보여주고,</a:t>
            </a:r>
          </a:p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어떤 데이터로 작동하며,</a:t>
            </a:r>
          </a:p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어디까지 먼저 검증할 것인가?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0DADF-2695-4D88-B324-18088FD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발표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F88C-185B-4A3E-B405-D986FAE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E090E-ECC1-40D0-A2E5-6C8C5F1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290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8. 핵심 기능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36C3E-7DB5-4C62-B93E-03EC41C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AI 추천 + 지도 비교 + 리뷰 반영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직접 시연으로 작동 흐름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7AF03-B859-4D35-92A2-D564F23B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724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7A3D2-CA4E-4BED-A535-18F07AB5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9. 데이터 확보 전략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3A9F8-1483-475B-9242-DB66B949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기본 장소 데이터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운영자 큐레이션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사용자 경험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C6782-8DF4-432A-A591-5BD3CA4D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86400"/>
            <a:ext cx="5314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4CE35-DC75-4CCB-8444-E9D79EA8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10.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2DBB8-6552-48FD-97CF-2F5ECFFD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마드리드 살라망카 5개 마트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핵심 품목과 추천 기능부터 검증</a:t>
            </a:r>
          </a:p>
        </p:txBody>
      </p:sp>
    </p:spTree>
    <p:extLst>
      <p:ext uri="{BB962C8B-B14F-4D97-AF65-F5344CB8AC3E}">
        <p14:creationId xmlns:p14="http://schemas.microsoft.com/office/powerpoint/2010/main" val="348864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FC794-1378-44C4-9495-6531314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핵심 기능은 사용자의 장보기 결정을 빠르게 줄여준다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6FA77-F257-4AD4-969A-F5FB4C81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8. 핵심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3E71A-6E8B-4810-B108-D1CE4356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A75A7-D63C-4460-9C2D-5F8AFBE4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490C8-B659-4B6D-98E3-FF6842D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1. 목적 기반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2971-C483-4EB6-8480-8FE1D3F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상품, 예산, 체류기간, 인원을 입력하면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AI가 가장 적합한 마트를 우선순위로 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12A0E-FEF9-4CB3-B675-744E55C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668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EAD2D-7627-4E6D-85F4-9086876B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2. 추천 이유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63EDD-690B-45EE-B5C3-F1BAFCE2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왜 이 마트가 맞는지 가격대, 품목, 이용 상황으로 설명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단순 검색 결과가 아니라 선택 근거를 제공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FB61B-7003-45B9-A6E3-0F08A88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7A9A2-3986-479F-91E8-B6000AC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3. 지도 기반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876A-5D03-4764-9FD0-FFB0E201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추천 마트를 지도 위에서 거리와 함께 비교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운영시간과 예상 비용도 함께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5F917-86FB-4126-8F6E-07FC457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17433-747F-4D10-A5FF-A9E2A73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4. 리뷰 기반 업데이트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60B70-1A1F-4933-A841-D3631E9E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실제 구매자가 가격, 판매 여부, 만족도를 남김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누적된 데이터가 다음 추천의 품질을 높임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4DA29-B6AE-49A5-9D72-87A46FE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70294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A0ED2-E2DA-498F-A435-5234C82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시연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B3677-2F8E-4205-84B6-67D8845C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검색어 입력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 단기/장기 모드 선택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 예산·인원·체류기간 조정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 추천 랭킹 확인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 지도와 상세 정보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7E619-1629-4F71-A9F5-B05B4AA5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시연 포인트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DB0A5-4560-41CD-B4E0-A80D9E2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• 같은 상품이라도 단기/장기 모드에 따라 추천 순위가 바뀜</a:t>
            </a:r>
          </a:p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• Mercadona를 Anchor로 두고 다른 마트의 역할을 비교 가능</a:t>
            </a:r>
          </a:p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• 추천 결과가 지도, 운영시간, 설명 카드로 연결됨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0DFDA-0784-4540-9C88-66B2CB24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38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직접 시연으로 보여줄 핵심은 “정보 제공”이 아니라 “선택 지원”이다.</a:t>
            </a:r>
          </a:p>
        </p:txBody>
      </p:sp>
    </p:spTree>
    <p:extLst>
      <p:ext uri="{BB962C8B-B14F-4D97-AF65-F5344CB8AC3E}">
        <p14:creationId xmlns:p14="http://schemas.microsoft.com/office/powerpoint/2010/main" val="1262391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BF5A2-0E58-4DD4-8877-C5A045A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추천 정확도는 세 층의 데이터가 함께 쌓일 때 올라간다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75E89-7812-4F43-A7D8-F7DCE3DA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9. 데이터 확보 전략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604CB-883F-4A57-8052-432C827A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103DA-ED93-4691-B9EC-FF31A54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2ECE-8ADC-4143-A701-3E1D41E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STEP 1. 기본 장소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108CC-2533-469D-A137-308B2E9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33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Google Places API 기반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위치, 평점, 리뷰 수, 영업시간, 웹사이트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지도 위 추천 후보를 구성하는 기본 레이어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7B891-C290-441B-8144-BE0B0B5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1925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368D-0CC5-4A4E-98C9-0BC868E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7526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STEP 2. 운영자 큐레이션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A0C08-59A9-49A9-A6BD-2F3A179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71700"/>
            <a:ext cx="2933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PB상품 강점, 관광객 적합도, 가격대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하몽·치즈·올리브오일 등 품목별 특성 정리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마트의 역할과 추천 맥락을 설명하는 차별화 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29AE7-84BE-465B-8ECC-868F900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19250"/>
            <a:ext cx="3695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C3B76-2708-4645-8202-0D998081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STEP 3. 사용자 생성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1182A-3B73-4264-93AF-B32E976D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3528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실제 구매 가격, 품절 여부, 할인 정보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사진 후기, 만족도, 방문 시간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축적될수록 더 최신성 높은 추천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695EA-66FA-4ACA-BDB1-480B5783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데이터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B67C3-9A0A-4C49-98CF-BF822FBA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0629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589D1-34D8-4A7B-882E-86522AD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공개 데이터로 시작 → 운영자 해석으로 의미를 부여 → 사용자 경험 데이터로 최신성과 신뢰도를 강화</a:t>
            </a:r>
          </a:p>
        </p:txBody>
      </p:sp>
    </p:spTree>
    <p:extLst>
      <p:ext uri="{BB962C8B-B14F-4D97-AF65-F5344CB8AC3E}">
        <p14:creationId xmlns:p14="http://schemas.microsoft.com/office/powerpoint/2010/main" val="1024366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F2101-7B52-4AD9-8B7E-EA49AF02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MVP는 좁은 범위에서 추천이 실제로 유용한지 검증하는 단계다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31051-7952-401C-91B6-EAE2CE54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10.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7B94A-B2F6-4E9E-81D3-703C8F4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1BA71-5551-436E-86F6-93CFE77F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AB97E-C48B-4F4E-8393-396F318C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검증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A8C88-4D82-42A0-99B9-FFFDC7A4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086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지역: 마드리드 Salamanca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대상: 대표 마트 5곳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품목: 하몽, 치즈, 올리브오일, 빠에야 재료, PB상품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9CDC4-78DE-4968-ACFD-C3B550C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5DC3C-9A6D-464F-AA7A-65CABAB8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우선 구현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6009B-1493-474A-BCA7-06F360F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3086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검색어 입력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단기/장기 모드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예산·인원·체류기간 반영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추천 랭킹, 지도, 추천 이유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AE26A-00F8-4666-8C82-C2E916B1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AA114-272B-4D12-916B-BD262CC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검증 목표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72D5B-A8FF-42CF-B1FB-1771643F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3086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추천 결과가 실제 구매 결정에 도움이 되는지 확인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사용자 피드백을 모아 추천 기준 보정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향후 지역 확대 전 핵심 가설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301EA-599D-4FCC-865C-E88FE83B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10629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5B50E-B993-4D12-9215-BB34AAC8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MVP의 의미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1984E-3C4A-4329-96A4-38F782AC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처음부터 모든 도시와 모든 마트를 다루는 것이 목표가 아니다.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먼저 마드리드의 제한된 지역과 대표 마트에서 AI 추천이 실제로 선택 시간을 줄이고 구매 만족도를 높이는지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093479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2026-07-14T10:23:47.0120000Z</dcterms:created>
  <dcterms:modified xsi:type="dcterms:W3CDTF">2026-07-14T10:23:47.0120000Z</dcterms:modified>
</coreProperties>
</file>